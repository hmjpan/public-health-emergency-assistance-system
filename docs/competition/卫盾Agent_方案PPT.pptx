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3" r:id="rId2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GOAI · 新智基座 Agent Infra · 初赛方案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卫盾Agent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突发公共卫生事件多部门协同应急处置智能平台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rPr lang="zh-CN"/>
              <a:t>德玛西亚队</a:t>
            </a:r>
            <a:endParaRPr lang="zh-CN"/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90A0"/>
                </a:solidFill>
                <a:latin typeface="微软雅黑" panose="020B0503020204020204" charset="-122"/>
              </a:defRPr>
            </a:pPr>
            <a:r>
              <a:t>辅助处置（真实事件） + 模拟演练（单人练习）</a:t>
            </a:r>
            <a:br/>
            <a:r>
              <a:t>系统固化流程 · 大模型扩展能力 · 每次可改进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场景与价值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核心痛点 · 量化价值 · 差异化（双证据/Guardrail/证据链）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方案总览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双层架构 · 7 Agent + 12 Skill · MCP · 可观测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多Agent协同设计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7个Agent · 双模式运行 · AgentTeams编排 · 安全边界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918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Skills工程体系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918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12个Skill · Guardrail约束 · 证据链 · 法规溯源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工程落地与安全审计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188测试全绿 · 7 MCP工具 · Trace/Metrics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开放/开源计划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SKILL.md/WORKER.md/AGENTS.md · 复用 · 依赖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120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2120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落地计划与进展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2120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Agent/Skill层已100%完成 · 里程碑 · 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521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8521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团队介绍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85215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2/28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3/28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第一章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场景与价值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卫生系统多部门协作 · 核心痛点 · 量化价值 · 创新差异化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目标用户与核心痛点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目标用户：卫生系统</a:t>
            </a:r>
            <a:r>
              <a:rPr lang="zh-CN"/>
              <a:t>（</a:t>
            </a:r>
            <a:r>
              <a:t>疾控中心、</a:t>
            </a:r>
            <a:r>
              <a:rPr lang="zh-CN"/>
              <a:t>医院、乡镇卫生院、</a:t>
            </a:r>
            <a:r>
              <a:t>急救中心</a:t>
            </a:r>
            <a:r>
              <a:rPr lang="zh-CN"/>
              <a:t>）</a:t>
            </a:r>
            <a:r>
              <a:t>——多部门协同作战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5314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痛点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表现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后果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人员思想不统一</a:t>
                      </a:r>
                    </a:p>
                    <a:p>
                      <a:r>
                        <a:t>各组行动缺乏统一协调，各干各的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资源冲突、任务重叠或遗漏</a:t>
                      </a:r>
                    </a:p>
                    <a:p>
                      <a:r>
                        <a:t>现场混乱失控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慢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靠电话逐级通知、人工层层传达</a:t>
                      </a:r>
                    </a:p>
                    <a:p>
                      <a:r>
                        <a:t>从接报到各组响应动辄数小时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贻误最佳处置窗口</a:t>
                      </a:r>
                    </a:p>
                    <a:p>
                      <a:r>
                        <a:t>事态扩大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信息不一致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各组各自掌握碎片信息</a:t>
                      </a:r>
                    </a:p>
                    <a:p>
                      <a:r>
                        <a:t>上报数据口径不统一，汇总靠人工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指挥层看不到全局</a:t>
                      </a:r>
                    </a:p>
                    <a:p>
                      <a:r>
                        <a:t>决策依据失真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能力参差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部分人员从未处理过类似事件</a:t>
                      </a:r>
                    </a:p>
                    <a:p>
                      <a:r>
                        <a:t>不知道怎么做，工作无效闲置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执行不到位、流程出错</a:t>
                      </a:r>
                    </a:p>
                    <a:p>
                      <a:r>
                        <a:t>关键时刻掉链子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经验误判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高度依赖个人经验</a:t>
                      </a:r>
                    </a:p>
                    <a:p>
                      <a:r>
                        <a:t>水平差异导致形势误判、指挥错误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级别定错→资源配置失当</a:t>
                      </a:r>
                    </a:p>
                    <a:p>
                      <a:r>
                        <a:t>指挥错误→二次风险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培训低效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培训演练周期长、效果差</a:t>
                      </a:r>
                    </a:p>
                    <a:p>
                      <a:r>
                        <a:t>训完就忘，即使多次演练</a:t>
                      </a:r>
                    </a:p>
                    <a:p>
                      <a:r>
                        <a:t>发生事件仍无法统一高效部署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演练≠实战能力</a:t>
                      </a:r>
                    </a:p>
                    <a:p>
                      <a:r>
                        <a:t>事件来了还是手忙脚乱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4/28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真实场景：学校食物中毒多部门协同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场景：某区学校20余名学生呕吐腹泻 → 多部门如何从「乱」到「有序」？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❌ 传统方式（乱+慢+能力参差+信息不一致）：</a:t>
            </a:r>
          </a:p>
          <a:p>
            <a:pPr>
              <a:spcAft>
                <a:spcPts val="600"/>
              </a:spcAft>
              <a:defRPr sz="14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  · 电话逐个通知各组 → 2小时才通知完</a:t>
            </a:r>
          </a:p>
          <a:p>
            <a:pPr>
              <a:spcAft>
                <a:spcPts val="600"/>
              </a:spcAft>
              <a:defRPr sz="14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  · 部分人员没经验 → 不知道怎么做，工作闲置</a:t>
            </a:r>
          </a:p>
          <a:p>
            <a:pPr>
              <a:spcAft>
                <a:spcPts val="600"/>
              </a:spcAft>
              <a:defRPr sz="14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  · 指挥员凭经验判断 → 低估级别，指挥错误</a:t>
            </a:r>
          </a:p>
          <a:p>
            <a:pPr>
              <a:spcAft>
                <a:spcPts val="600"/>
              </a:spcAft>
              <a:defRPr sz="14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  · 各组上报格式不一 → 汇总靠人工拼凑</a:t>
            </a:r>
          </a:p>
          <a:p>
            <a:pPr>
              <a:spcAft>
                <a:spcPts val="600"/>
              </a:spcAft>
              <a:defRPr sz="14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  · 多次演练训完就忘 → 事件来了还是手忙脚乱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46304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卫盾Agent（有序+快+能力标准化+信息一致）：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  · Sentinel双证据分类→5min完成识别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  · GradeEvaluate研判定级→法规条文引用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  · 规则引擎+LLM辅助→弥补经验不足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  · Event State共享→各组看到同一张图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  · Review Agent自动复盘→改进回流知识库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13716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645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接报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617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4572000"/>
            <a:ext cx="13716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645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识别分类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617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4572000"/>
            <a:ext cx="1371600" cy="54864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4645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研判定级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617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4572000"/>
            <a:ext cx="1371600" cy="54864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4645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一键启动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617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4572000"/>
            <a:ext cx="137160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4645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多组并行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617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4572000"/>
            <a:ext cx="137160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645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统一采集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617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20" y="4572000"/>
            <a:ext cx="13716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4645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复盘沉淀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全链路：信息统一 · 并行协调 · 大模型辅助决策 · 事后自动复盘改进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5/28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可量化价值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传统方式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卫盾Agent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提升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多组协调时间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2-3小时（电话逐个通知）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≤5分钟（Agent并行调度）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↓96%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信息一致性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各组数据口径不一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Event State统一共享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100%一致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研判定级准确率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依赖个人经验（差异大）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规则引擎+大模型辅助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新手上岗能力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没经验就不知道怎么干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岗位SOP+知识库实时指引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不依赖个人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培训转化率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训完就忘，实战还是不会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系统内置流程，战中即练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持续可用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经验复用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每次从零开始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复盘→知识库→Skill迭代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持续进化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核心价值：不是替代人，而是让系统和大模型协助人做好每一次处置，</a:t>
            </a:r>
            <a:br/>
            <a:r>
              <a:t>并通过复盘机制让每一次都成为下一次的改进起点。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6/28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创新点与差异化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现有做法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卫盾Agent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决策辅助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纯人工 or 纯AI黑盒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确定性规则引擎+LLM双轨·可解释可审计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可靠性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单一LLM判断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双证据验证(LLM+规则引擎交叉校验)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安全护栏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无约束或硬编码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Guardrail四类约束·每个Skill独立定义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法规合规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人工记忆法规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legal_ref溯源→具体条文可追溯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证据链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黑盒无解释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provenance/methodology/confidence/missing_evidence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培训演练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周期长效果差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双模式运行：辅助处置+模拟演练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事后复盘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写个总结就完了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ReviewReport+证据链+改进回流知识库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核心差异：每个决策可解释、可审计、可追溯到法规条文——处置→复盘→改进→闭环进化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7/28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8/28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第二章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双层架构：系统固化流程 + 大模型扩展能力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总体架构：系统层 + Agent/Skill层 + MCP + 可观测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45720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第一层：系统层 —— 规则引擎(v2026.2) · 状态机 · 通知引擎 · 5类事件包 · 数据硬化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人的管理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8132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11类角色RBAC · 多通道通知+强制反馈闭环 · 指令必达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物的管理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2996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人员出动跟踪 · 物资调拨闭环 · 车辆调度 · 医疗资源可视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solidFill>
            <a:srgbClr val="90C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流程管理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57860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三阶段状态机 · 完成标准校验 · 标准任务包 · 法规条文引用(legal_ref)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272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规则引擎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127248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4张规则表v2026.2 · 分级/时限/编成/知识 · 纯函数可审计 · 75条回归测试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11612880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第二层：Agent/Skill层 —— 7个Agent + 12个Skill(v1.1.0) · Guardrail + 证据链 · 双证据验证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2452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规则引擎包装(7个)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224527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TypePack · GradeEval · SlaCheck · StaffAssign · PlanMatch · CriteriaCheck · NotifyDispatch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solidFill>
            <a:srgbClr val="FF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731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LLM增强(5个)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77316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EventClassify · CaseTrack · SOPGuidance · ReviewReport · DocDraft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2180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工具+治理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321807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7个MCP工具(contacts/materials/vehicles/medical/knowledge/notification/event-state) · Trace+Metrics可观测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确定性规则引擎（可审计） + LLM增强（Guardrail约束） + MCP标准协议 + Trace/Metrics = 完整Agent Infra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9/28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10/28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第三章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多Agent协同设计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7个Agent · 双模式运行 · AgentTeams编排 · 安全边界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七个职能Agent — 模拟真实多部门协同体系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05840"/>
          <a:ext cx="117957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2359152"/>
                <a:gridCol w="2359152"/>
                <a:gridCol w="2359152"/>
                <a:gridCol w="2359152"/>
              </a:tblGrid>
              <a:tr h="6286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对应部门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核心职责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专属Skill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解决的痛点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🛰️ Sentinel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信息科/值班室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统一接报→事件分类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EventClassify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慢（自动分类识别）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🎯 Commander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指挥中心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研判+定级+启动+推进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GradeEvaluate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经验误判（辅助定级）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📦 Dispatch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后勤/装备科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人员+物资+车辆调度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StaffAssign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乱+无法统一部署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🏕️ Field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流调/消杀/管控组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任务分发+SOP指引+采集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SOPGuidance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能力参差（新手按SOP做）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🏥 Medical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医疗救治组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病例跟踪+密接+资源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CaseTrack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信息不一致（统一台账）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📡 Communication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宣教/信息科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通知+反馈+发布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NotifyDispatch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慢+信息不一致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📋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质控/复盘组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复盘+整改+知识沉淀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ReviewReport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培训低效+经验沉淀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11/28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端到端协同流程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多Agent如何从「乱」到「有序」完成一次突发公共卫生事件处置？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155448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1.统一接报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48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Sentinel接收上报</a:t>
            </a:r>
            <a:br/>
            <a:r>
              <a:t>自动识别事件类型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554480"/>
            <a:ext cx="1554480" cy="45720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2.辅助研判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148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Commander调用规则引擎</a:t>
            </a:r>
            <a:br/>
            <a:r>
              <a:t>+大模型分析→定级建议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554480"/>
            <a:ext cx="155448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3.一键启动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48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Commander确认启动</a:t>
            </a:r>
            <a:br/>
            <a:r>
              <a:t>按类型匹配通知组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554480"/>
            <a:ext cx="1554480" cy="45720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4.并行调度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148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Dispatch统一调度</a:t>
            </a:r>
            <a:br/>
            <a:r>
              <a:t>人员/物资/车辆并行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1554480"/>
            <a:ext cx="155448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5.统一处置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148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Field管理多组任务</a:t>
            </a:r>
            <a:br/>
            <a:r>
              <a:t>表单统一采集回传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1554480"/>
            <a:ext cx="1554480" cy="45720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6.信息同步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148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Event State共享</a:t>
            </a:r>
            <a:br/>
            <a:r>
              <a:t>各组看到同一张图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24160" y="1554480"/>
            <a:ext cx="155448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7.复盘改进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148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Review自动提取改进</a:t>
            </a:r>
            <a:br/>
            <a:r>
              <a:t>回流知识库→Skill升级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信息共享机制：Event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31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所有Agent读写同一个Event State共享状态容器，包含：事件信息、决策记录、任务状态、资源状态、通知记录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 解决「信息不一致」：各组不再各记各的，指挥层看到实时全局视图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 解决「乱」：Agent统一编排，任务不重叠不遗漏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 解决「慢」：多Agent并行执行，不再逐级等待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异常处理：启动未达标→Dispatch催办 | 任务阻塞→Commander介入 | 通知超时→自动升级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12/28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安全边界与决策辅助机制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动作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风险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Agent辅助方式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人工角色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事件定级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🔴 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规则引擎量化评估+大模型分析建议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指挥员最终确认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一键启动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🔴 高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自动匹配通知组+编成建议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指挥员审批启动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阶段推进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🟡 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CriteriaCheck校验完成标准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指挥员确认推进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信息发布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🔴 高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大模型辅助起草发布稿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审批后方可发布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处置方案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🟡 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知识库匹配SOP+大模型建议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现场指挥确认执行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通知下发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🟢 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Agent自动执行+强制反馈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全自动，留痕可查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复盘沉淀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🟡 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Review Agent自动提取改进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人工审核后入库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设计原则：大模型和规则引擎辅助决策，但最终决策权始终在人</a:t>
            </a:r>
            <a:br/>
            <a:r>
              <a:t>高风险动作→Agent提供依据和建议，人工拍板 | 低风险动作→Agent自动执行，全程留痕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13/28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14/28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第四章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Skills工程体系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12个Skill · Guardrail约束 · 证据链 · 法规溯源 · SKILL.md标准规格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12个Skill × 7个Agent — 标准化规格(v1.1.0)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每个Agent至少一个专属Skill，每个Skill含Guardrail + 证据链 + 法规引用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371600"/>
          <a:ext cx="6858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专属Skill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Skill用途 · 法规依据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🛰️ Sentinel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EventClassify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双证据分类(LLM+规则) · 《报告管理工作规范》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🎯 Commander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GradeEvaluate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研判定级→风险等级 · 国办函〔2006〕39号 1.3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📦 Dispatch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StaffAssign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编成建议(工作组×级别乘数) · 卫办应急发〔2010〕74号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🏕️ Field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SOPGuidance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CDC 10步法+场景SOP · CDC现场调查10步法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🏥 Medical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CaseTrack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病例分析+流行病学指标 · 《传染病防治法》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📡 Communication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NotifyDispatch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多通道+强制反馈+超时升级 · 国务院令第376号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📋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ReviewReport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复盘+改进建议 · 《应急预案》第5.3条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共享Skill（跨Agent复用）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371600"/>
          <a:ext cx="4572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Skill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使用Agent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TypePackResolve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事件类型配置加载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Sentinel,Field,Medical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SlaCheck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法定时限校验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Commander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PlanMatch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预案/SOP知识库匹配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Commander,Field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CriteriaCheck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阶段完成标准校验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Commander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DocDraft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文档起草(简报/终报)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Communication,Review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15/28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双模式运行：辅助处置 + 模拟演练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同一套系统，两种运行模式——真实事件辅助处置 &amp; 单人模拟演练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5669280" cy="45720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模式一：辅助处置（真实事件）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· 各岗位真人操作，Agent辅助增强</a:t>
            </a:r>
          </a:p>
          <a:p>
            <a:pPr>
              <a:spcAft>
                <a:spcPts val="600"/>
              </a:spcAft>
              <a:defRPr sz="1400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· Sentinel Agent自动接报分类</a:t>
            </a:r>
          </a:p>
          <a:p>
            <a:pPr>
              <a:spcAft>
                <a:spcPts val="600"/>
              </a:spcAft>
              <a:defRPr sz="1400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· Commander Agent辅助研判定级</a:t>
            </a:r>
          </a:p>
          <a:p>
            <a:pPr>
              <a:spcAft>
                <a:spcPts val="600"/>
              </a:spcAft>
              <a:defRPr sz="1400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· Dispatch Agent并行调度资源</a:t>
            </a:r>
          </a:p>
          <a:p>
            <a:pPr>
              <a:spcAft>
                <a:spcPts val="600"/>
              </a:spcAft>
              <a:defRPr sz="1400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· Field Agent提供SOP指引</a:t>
            </a:r>
          </a:p>
          <a:p>
            <a:pPr>
              <a:spcAft>
                <a:spcPts val="600"/>
              </a:spcAft>
              <a:defRPr sz="1400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· Review Agent自动复盘沉淀</a:t>
            </a:r>
          </a:p>
          <a:p>
            <a:pPr>
              <a:spcAft>
                <a:spcPts val="600"/>
              </a:spcAft>
              <a:defRPr sz="1400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· 人做决策，Agent提供依据和建议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6692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模式二：模拟演练（培训练习）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· 一人扮演某角色（如指挥员）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· 其余Agent充当固定角色自动执行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· Sentinel充当信息员自动上报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· Dispatch充当后勤自动调度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· Field充当各组自动执行任务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· 一个人即可走完全流程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· 结束后Review Agent自动复盘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关键设计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51206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辅助处置模式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模拟演练模式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人员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各岗位真人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1人 + Agent充当固定角色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Agent角色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辅助者（提供建议和信息）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扮演者（代替真人执行）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实际突发事件处置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个人培训、岗前练习、流程考核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核心价值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弥补个人经验不足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解决多人协调难、演练频次低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16/28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三层能力体系 + Guardrail + 双证据验证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确定性规则引擎 + LLM增强 + 双证据交叉验证 = 高可靠Agent决策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5448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8001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方式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Skill示例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法规依据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D0 规则层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确定性规则引擎</a:t>
                      </a:r>
                    </a:p>
                    <a:p>
                      <a:r>
                        <a:t>纯函数，同输入同输出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GradeEvaluate</a:t>
                      </a:r>
                    </a:p>
                    <a:p>
                      <a:r>
                        <a:t>SlaCheck</a:t>
                      </a:r>
                    </a:p>
                    <a:p>
                      <a:r>
                        <a:t>StaffAssign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国办函〔2006〕39号</a:t>
                      </a:r>
                    </a:p>
                    <a:p>
                      <a:r>
                        <a:t>国务院令第376号</a:t>
                      </a:r>
                    </a:p>
                    <a:p>
                      <a:r>
                        <a:t>卫办应急发〔2010〕74号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D1 检索层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知识库加权匹配</a:t>
                      </a:r>
                    </a:p>
                    <a:p>
                      <a:r>
                        <a:t>确定性检索+评分排序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PlanMatch</a:t>
                      </a:r>
                    </a:p>
                    <a:p>
                      <a:r>
                        <a:t>TypePackResolve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各类技术方案</a:t>
                      </a:r>
                    </a:p>
                    <a:p>
                      <a:r>
                        <a:t>《报告管理工作规范》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D2 LLM层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LLM语义分析</a:t>
                      </a:r>
                    </a:p>
                    <a:p>
                      <a:r>
                        <a:t>+规则引擎交叉校验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EventClassify</a:t>
                      </a:r>
                    </a:p>
                    <a:p>
                      <a:r>
                        <a:t>SOPGuidance</a:t>
                      </a:r>
                    </a:p>
                    <a:p>
                      <a:r>
                        <a:t>CaseTrack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双证据验证:</a:t>
                      </a:r>
                    </a:p>
                    <a:p>
                      <a:r>
                        <a:t>LLM + 规则引擎</a:t>
                      </a:r>
                    </a:p>
                    <a:p>
                      <a:r>
                        <a:t>置信度校准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863840" y="1554480"/>
            <a:ext cx="4023360" cy="320040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Guardrail 四类约束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116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🔒 确定性约束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纯函数/同输入同输出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📋 业务约束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就高不就低/白名单变量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🛡️ 容错约束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规则未覆盖→转人工/不猜测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⚡ 安全约束</a:t>
            </a:r>
          </a:p>
          <a:p>
            <a:pPr>
              <a:spcAft>
                <a:spcPts val="600"/>
              </a:spcAft>
              <a:defRPr sz="11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结果仅建议/人工最终确认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证据链：每个Skill输出含 provenance(来源) + methodology(方法) + confidence(置信度) + missing_evidence(缺失)</a:t>
            </a:r>
            <a:br/>
            <a:r>
              <a:t>→ 所有决策可解释、可审计、可追溯到具体法规条文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17/28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每次可改进可复盘的系统机制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核心亮点：每次事件处置都是下一次改进的起点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2011680" cy="137160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事件处置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7个Agent协同</a:t>
            </a:r>
            <a:br/>
            <a:r>
              <a:t>完成全流程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645920"/>
            <a:ext cx="201168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自动复盘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Review Agent提取</a:t>
            </a:r>
            <a:br/>
            <a:r>
              <a:t>改进点和经验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645920"/>
            <a:ext cx="201168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知识沉淀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回流知识库</a:t>
            </a:r>
            <a:br/>
            <a:r>
              <a:t>更新规则表/Skill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645920"/>
            <a:ext cx="2011680" cy="13716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737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能力提升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103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下次处置更准确</a:t>
            </a:r>
            <a:br/>
            <a:r>
              <a:t>更高效更有序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Review Agent 自动复盘内容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① 时间线分析：各环节耗时、瓶颈识别、与标准时限对比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② 决策回溯：定级是否合理、力量编成是否匹配、处置措施是否得当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③ 信息流分析：哪些环节信息延迟/不一致、各组数据口径差异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④ 改进建议：自动生成分部门整改建议，跟踪闭环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⑤ 知识提取：新模式/新经验→更新知识库→规则表版本迭代→Skill升级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18/28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19/28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第五章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工程落地与安全审计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188测试全绿 · 7 MCP工具 · Trace/Metrics · Guardrail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当前工程完成度（188测试全绿）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系统层（100%完成）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12个功能模块全部开发完成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规则引擎4张规则表v2026.2（含法规条文）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三阶段状态机+完成标准校验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多通道通知+强制反馈升级引擎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5种事件类型包(INF/FOOD/ENV/POISON/UNK)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RBAC权限(11账号) · 75条回归测试全绿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Agent/Skill层（100%完成）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7个职能Agent + 12个Skill v1.1.0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双证据验证 + Guardrail + 证据链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7个MCP工具 + Trace/Metrics可观测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双模式运行 + AgentTeams适配层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SKILL.md×12 + WORKER.md×7 + AGENTS.md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✅ 113条Agent测试全绿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微软雅黑" panose="020B0503020204020204" charset="-122"/>
              </a:defRPr>
            </a:pPr>
            <a:r>
              <a:t>📊 测试覆盖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系统层 75条：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分级(D0) · 时限(D0) · 编成(D1) · 知识(D2)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边界情况 · 非法输入 · 规则未覆盖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Agent层 113条：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12 Skill独立测试 · 7 Agent react测试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双证据验证 · 双模式切换 · MCP工具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Trace/Metrics可观测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📌 合计 188条测试，全部通过</a:t>
            </a:r>
          </a:p>
          <a:p>
            <a:pPr>
              <a:spcAft>
                <a:spcPts val="600"/>
              </a:spcAft>
              <a:defRPr sz="14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📌 零新npm依赖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20/28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安全审计 + MCP工具 + 可观测体系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5943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508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机制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实现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RBAC权限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11角色，单线决策（仅commander/deputy可启动/推进/终止）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规则存证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rule_results含ruleVersion+输入+输出+evidence证据链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Guardrail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12个Skill均含四类约束：确定性/业务/容错/安全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证据链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provenance/methodology/confidence/missing_evidence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法规溯源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legal_ref→国办函〔2006〕39号/国务院令第376号等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通知审计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全量通知+通道日志+升级记录，不可删除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数据硬化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原子写入+启动自检+每日快照（保留7份）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高风险审批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定级/启动/发布/终止均需人工确认（drill模式可代操作）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914400"/>
          <a:ext cx="2743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MCP工具(7个)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contacts(通讯录)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已实现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materials(物资)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已实现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vehicles(车辆)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已实现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medical-resources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已实现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knowledge(知识库)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已实现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notification-gateway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已实现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event-state(事件状态)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已实现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601200" y="914400"/>
          <a:ext cx="2286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可观测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Trace全链路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已实现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Metrics指标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已实现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Agent Sessions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✅ 已实现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47548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B5C9A"/>
                </a:solidFill>
                <a:latin typeface="微软雅黑" panose="020B0503020204020204" charset="-122"/>
              </a:defRPr>
            </a:pPr>
            <a:r>
              <a:t>MCP标准协议: tools/list + tools/call</a:t>
            </a:r>
            <a:br/>
            <a:r>
              <a:t>可观测API: /api/agent/traces + /metrics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21/28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22/28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第六章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开放/开源计划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MIT协议 · 可复用成果 · 第三方依赖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开源范围与可复用成果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微软雅黑" panose="020B0503020204020204" charset="-122"/>
              </a:defRPr>
            </a:pPr>
            <a:r>
              <a:t>开源协议：MIT License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5943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开源范围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多Agent协同框架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AGENTS.md + WORKER.md×7 + 协同流程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Skill工程化规范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SKILL.md×12（Guardrail+证据链+references/）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规则引擎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4张规则表v2026.2（含法规条文引用）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事件类型包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5种事件类型配置（可扩展模板）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测试套件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188条测试用例（75系统+113 Agent）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MCP工具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7个标准MCP工具 + Trace/Metrics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文档体系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架构设计+接口契约+部署说明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28016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可复用成果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迁移场景</a:t>
                      </a:r>
                    </a:p>
                  </a:txBody>
                  <a:tcPr anchor="ctr">
                    <a:solidFill>
                      <a:srgbClr val="2B5C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Skill工程化规范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任何需要可审计AI能力的场景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双证据验证模式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任何需要高可靠AI判断的场景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Guardrail约束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任何受监管行业的AI决策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法规溯源体系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规则表legal_ref→条文可追溯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类型包插件化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安全生产/自然灾害/城市应急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双模式运行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任何需要培训演练的场景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强制反馈通知引擎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66666"/>
                          </a:solidFill>
                          <a:latin typeface="微软雅黑" panose="020B0503020204020204" charset="-122"/>
                        </a:defRPr>
                      </a:pPr>
                      <a:r>
                        <a:t>运维告警/工单催办/审批催办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23/28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24/28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卫盾Agent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7 Agent · 12 Skill · 双证据验证 · Guardrail约束</a:t>
            </a:r>
            <a:br/>
            <a:r>
              <a:t>法规溯源 · 双模式运行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2286000" cy="137160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双证据验证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LLM+规则引擎交叉校验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4114800"/>
            <a:ext cx="2286000" cy="137160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Guardrail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四类约束·证据链·可审计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114800"/>
            <a:ext cx="2286000" cy="137160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法规溯源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legal_ref→具体条文可追溯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4114800"/>
            <a:ext cx="2286000" cy="1371600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双模式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辅助处置+模拟演练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  <a:latin typeface="微软雅黑" panose="020B0503020204020204" charset="-122"/>
              </a:defRPr>
            </a:pPr>
            <a:r>
              <a:t>让应急处置从「人盯人」走向「可协同·可治理·可复用」的Agent Infra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28/28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7583</Words>
  <Application>WPS 演示</Application>
  <PresentationFormat>On-screen Show (4:3)</PresentationFormat>
  <Paragraphs>1048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</cp:lastModifiedBy>
  <cp:revision>3</cp:revision>
  <dcterms:created xsi:type="dcterms:W3CDTF">2013-01-27T09:14:00Z</dcterms:created>
  <dcterms:modified xsi:type="dcterms:W3CDTF">2026-08-16T11:48:56Z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366A894F254443618B7956E71F9EAB5A_12</vt:lpwstr>
  </property>
</Properties>
</file>